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52609c18341c2" /><Relationship Type="http://schemas.openxmlformats.org/officeDocument/2006/relationships/extended-properties" Target="/docProps/app.xml" Id="R736d7657cb0a4210" /><Relationship Type="http://schemas.openxmlformats.org/officeDocument/2006/relationships/officeDocument" Target="/ppt/presentation.xml" Id="R3a63de5dd39c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e351725cc44c7"/>
  </p:sldMasterIdLst>
  <p:notesMasterIdLst>
    <p:notesMasterId xmlns:r="http://schemas.openxmlformats.org/officeDocument/2006/relationships" r:id="R84d48cf5ba604443"/>
  </p:notesMasterIdLst>
  <p:sldIdLst>
    <p:sldId xmlns:r="http://schemas.openxmlformats.org/officeDocument/2006/relationships" id="256" r:id="R26cb7d982718411c"/>
    <p:sldId xmlns:r="http://schemas.openxmlformats.org/officeDocument/2006/relationships" id="257" r:id="R75625b033d074c89"/>
    <p:sldId xmlns:r="http://schemas.openxmlformats.org/officeDocument/2006/relationships" id="258" r:id="Rfe26afb0bb6546be"/>
    <p:sldId xmlns:r="http://schemas.openxmlformats.org/officeDocument/2006/relationships" id="259" r:id="Rc135b503d71f4d04"/>
    <p:sldId xmlns:r="http://schemas.openxmlformats.org/officeDocument/2006/relationships" id="260" r:id="R0a56f1e13c9245d4"/>
    <p:sldId xmlns:r="http://schemas.openxmlformats.org/officeDocument/2006/relationships" id="261" r:id="R8c064c3f99d0400c"/>
    <p:sldId xmlns:r="http://schemas.openxmlformats.org/officeDocument/2006/relationships" id="262" r:id="Rf5de15afb99749a6"/>
    <p:sldId xmlns:r="http://schemas.openxmlformats.org/officeDocument/2006/relationships" id="263" r:id="R04571c56ad6944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18849530114381" /><Relationship Type="http://schemas.openxmlformats.org/officeDocument/2006/relationships/slideMaster" Target="/ppt/slideMasters/slideMaster1.xml" Id="R0fde351725cc44c7" /><Relationship Type="http://schemas.openxmlformats.org/officeDocument/2006/relationships/notesMaster" Target="/ppt/notesMasters/notesMaster1.xml" Id="R84d48cf5ba604443" /><Relationship Type="http://schemas.openxmlformats.org/officeDocument/2006/relationships/presProps" Target="/ppt/presProps.xml" Id="Rf7125c2311354f57" /><Relationship Type="http://schemas.openxmlformats.org/officeDocument/2006/relationships/tableStyles" Target="/ppt/tableStyles.xml" Id="R4c6133256fae4246" /><Relationship Type="http://schemas.openxmlformats.org/officeDocument/2006/relationships/slide" Target="/ppt/slides/slide1.xml" Id="R26cb7d982718411c" /><Relationship Type="http://schemas.openxmlformats.org/officeDocument/2006/relationships/slide" Target="/ppt/slides/slide2.xml" Id="R75625b033d074c89" /><Relationship Type="http://schemas.openxmlformats.org/officeDocument/2006/relationships/slide" Target="/ppt/slides/slide3.xml" Id="Rfe26afb0bb6546be" /><Relationship Type="http://schemas.openxmlformats.org/officeDocument/2006/relationships/slide" Target="/ppt/slides/slide4.xml" Id="Rc135b503d71f4d04" /><Relationship Type="http://schemas.openxmlformats.org/officeDocument/2006/relationships/slide" Target="/ppt/slides/slide5.xml" Id="R0a56f1e13c9245d4" /><Relationship Type="http://schemas.openxmlformats.org/officeDocument/2006/relationships/slide" Target="/ppt/slides/slide6.xml" Id="R8c064c3f99d0400c" /><Relationship Type="http://schemas.openxmlformats.org/officeDocument/2006/relationships/slide" Target="/ppt/slides/slide7.xml" Id="Rf5de15afb99749a6" /><Relationship Type="http://schemas.openxmlformats.org/officeDocument/2006/relationships/slide" Target="/ppt/slides/slide8.xml" Id="R04571c56ad6944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867d4f56c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44026c9fba499c" /><Relationship Type="http://schemas.openxmlformats.org/officeDocument/2006/relationships/notesMaster" Target="/ppt/notesMasters/notesMaster1.xml" Id="R0b977735fd064a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0f4a06c774700" /><Relationship Type="http://schemas.openxmlformats.org/officeDocument/2006/relationships/notesMaster" Target="/ppt/notesMasters/notesMaster1.xml" Id="R7f4e35d9d067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852dad7db046d3" /><Relationship Type="http://schemas.openxmlformats.org/officeDocument/2006/relationships/notesMaster" Target="/ppt/notesMasters/notesMaster1.xml" Id="R9ad507e959fa49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51b7dcfb249f2" /><Relationship Type="http://schemas.openxmlformats.org/officeDocument/2006/relationships/notesMaster" Target="/ppt/notesMasters/notesMaster1.xml" Id="R2a1ea667452c41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9355d3bc96464e" /><Relationship Type="http://schemas.openxmlformats.org/officeDocument/2006/relationships/notesMaster" Target="/ppt/notesMasters/notesMaster1.xml" Id="R307d029cd9be48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a92717e68542f7" /><Relationship Type="http://schemas.openxmlformats.org/officeDocument/2006/relationships/notesMaster" Target="/ppt/notesMasters/notesMaster1.xml" Id="R990ca6499efa42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eda4718e3b4b0e" /><Relationship Type="http://schemas.openxmlformats.org/officeDocument/2006/relationships/notesMaster" Target="/ppt/notesMasters/notesMaster1.xml" Id="R7bc8ee3b2c54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d7b522eaf24e1d" /><Relationship Type="http://schemas.openxmlformats.org/officeDocument/2006/relationships/notesMaster" Target="/ppt/notesMasters/notesMaster1.xml" Id="R541fd79e3df544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a8e2db14d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0e4a95a7a343f6" /><Relationship Type="http://schemas.openxmlformats.org/officeDocument/2006/relationships/slideLayout" Target="/ppt/slideLayouts/slideLayout1.xml" Id="R9427ad186d1740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27ad186d1740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93ed6020b4dab" /><Relationship Type="http://schemas.openxmlformats.org/officeDocument/2006/relationships/notesSlide" Target="/ppt/notesSlides/notesSlide1.xml" Id="Rc9d181da1750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5d84d0525457d" /><Relationship Type="http://schemas.openxmlformats.org/officeDocument/2006/relationships/notesSlide" Target="/ppt/notesSlides/notesSlide2.xml" Id="Ree5b79dcf707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019222ae94fd0" /><Relationship Type="http://schemas.openxmlformats.org/officeDocument/2006/relationships/notesSlide" Target="/ppt/notesSlides/notesSlide3.xml" Id="R3afc21b26ed6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9baa5bcbc4eb2" /><Relationship Type="http://schemas.openxmlformats.org/officeDocument/2006/relationships/notesSlide" Target="/ppt/notesSlides/notesSlide4.xml" Id="R3b1b1d95e4b748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24ba8383d4555" /><Relationship Type="http://schemas.openxmlformats.org/officeDocument/2006/relationships/notesSlide" Target="/ppt/notesSlides/notesSlide5.xml" Id="R603b766bc7db43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628f096894942" /><Relationship Type="http://schemas.openxmlformats.org/officeDocument/2006/relationships/notesSlide" Target="/ppt/notesSlides/notesSlide6.xml" Id="Rf5fe6eba73d44d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5138eaf8e402e" /><Relationship Type="http://schemas.openxmlformats.org/officeDocument/2006/relationships/notesSlide" Target="/ppt/notesSlides/notesSlide7.xml" Id="Rdeefa82ef44c43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896d7bbe41b8" /><Relationship Type="http://schemas.openxmlformats.org/officeDocument/2006/relationships/notesSlide" Target="/ppt/notesSlides/notesSlide8.xml" Id="R03aece352d5d4f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E2A76-E977-495C-A7B8-C102785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175C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52D4D-31BE-4A95-91C3-F1508F8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9635-3875-44D3-AD9B-1624F82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5247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Más pipeline ejecutable por SDR,
sin escalar headcount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00BA3-A339-478E-93BC-8AD7E3A2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858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Batch OS para validar, deduplicar, verificar contactabilidad y enriquecer leads con AI — con impacto y fallos medibles.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9A2BC-3F22-4C7F-BE74-8558676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1100"/>
            <a:ext cx="2724150" cy="3429000"/>
          </a:xfrm>
          <a:prstGeom xmlns:a="http://schemas.openxmlformats.org/drawingml/2006/main" prst="roundRect">
            <a:avLst>
              <a:gd name="adj" fmla="val 139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50EF-B6EB-44DB-9CE0-825EC949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TESIS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D49E1-647A-400C-AC04-4A6980A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81200"/>
            <a:ext cx="2076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La arquitectura protege las reglas críticas y permite cambiar proveedores.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F3848-DAAC-47BE-B503-997132A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5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No intenté construir una plataforma enterprise dentro de un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08A9-0874-4D04-989B-7255706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Caso técnico · Julio 2026</a:t>
            </a:r>
          </a:p>
        </p:txBody>
      </p:sp>
    </p:spTree>
    <p:extLst>
      <p:ext uri="{BB962C8B-B14F-4D97-AF65-F5344CB8AC3E}">
        <p14:creationId xmlns:p14="http://schemas.microsoft.com/office/powerpoint/2010/main" val="9892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4166C-1B2A-4340-BEB3-994CEAD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2495-1670-44EC-BA71-F305B9A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El MVP convierte 20 leads en una cola accionable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9F58D-2867-4DD3-B2D9-933E99E4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B9527-17E3-4089-A72C-1D8A78C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42900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65BF-DAD4-45F0-8AF9-4D9F724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D2BE-E1F4-437E-8B3B-B06A201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LEADS INGRESADOS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0CD5-745C-41BF-8E68-B2DD2F3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6479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Un batch tolera fallos parciales y mantiene evidencia suficiente para decidir qué reintentar.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505E-1043-46EE-8AB3-4D216BE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1A64D-BC35-4A1A-BD85-C1A80DC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104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B8E3C-34E3-4117-A572-04193022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809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AI-ready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23550-4FBE-4334-BD2C-2324E80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80% listo para acción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158C0-F9B6-4021-AE6C-60DBFD4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CD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4D9A-56F0-4A0A-98CB-2459A3B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857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6AFC1-F8CE-49EB-ADD5-65B6DF8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fallos visibles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92755-ADD4-45E1-B417-C8D2EA5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2 duplicados · 2 inputs inválidos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5DC2A-A799-480A-B9F3-0C1507C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B7F37-6554-4538-85A5-2A9B9B8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API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5048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F861-9A95-4AFC-8510-DACADFE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C8136-2752-4FF6-BA6D-CCC4E268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QUEUE</a:t>
            </a:r>
          </a:p>
        </p:txBody>
      </p:sp>
      <p:cxnSp>
        <p:nvCxnSpPr>
          <p:cNvPr id="107" name=""/>
          <p:cNvCxnSpPr/>
          <p:nvPr/>
        </p:nvCxnSpPr>
        <p:spPr>
          <a:xfrm xmlns:a="http://schemas.openxmlformats.org/drawingml/2006/main">
            <a:off x="65913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69D58-DF3B-4C78-83DA-21C7217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51809-B421-4FE1-83CC-B7269ED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WORKER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82296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52E34-98D0-4507-9DD9-D942F82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B6BB1-2B97-421A-A198-B0FDA73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AI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9620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F73FE-3C66-41AF-BD8F-B10B4E7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56C04-349F-4AAB-A2C2-2E9BE5D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61009-2DFB-4348-8F0F-73A256A0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DEMO REPRODUCIBLE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359AE-A068-43B1-A7CB-0C9894E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6896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Providers demo por defecto; providers live habilitados por configuración.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79597-88A9-44FB-813D-CBE16EC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Resultado esperado del fixture incluido en 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94130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613A2-0BDB-49A9-BAAD-B17E88D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3EE90-F432-44D1-B00E-0553F8D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Hexagonal donde importa: providers cambian, reglas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A47C0-62E7-46E1-8010-27A6866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22479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51485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71628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96393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4D73-B1F9-4010-83AA-ACDE13A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7907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3A78D-1F00-4187-ADFD-B1477AC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Entradas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C279-AFEF-4598-AC90-8114070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333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NestJS API
BullMQ consumers
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900D-4BCD-4872-99DE-0DDF7FF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05050"/>
            <a:ext cx="17145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9AB91-2FD4-4F2E-8925-0816F5A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D6D25-24E1-4FF7-9C77-F55CC26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35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Use cases
Idempotencia
Transacciones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5237-ED45-47FA-B4AE-9225749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095500" cy="21145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BB947-D7DE-437F-87AE-C2E38A4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9BAA4-0657-4CDA-ADF6-80F6E631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16002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Batch · Lead
State machine
Reglas puras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51CE1-311C-4CD5-A4C5-264F6EE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9240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3158E-271B-4E4D-93B2-7C94990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Puertos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DF00C-2514-4C7A-93A7-0D51FEDB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1466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Repositorios
Queue · Info · AI
Webhook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68B12-A72B-4C50-888F-7A61821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543050" cy="2381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91E1-3B39-44B4-AA60-494C8B3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Adaptadores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6BB0C-FAA3-4CE3-90A0-BC7C8E1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9850"/>
            <a:ext cx="12192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Prisma
Redis
HTTP + Search
OpenAI
Webhook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49C8A-6798-4475-9F3F-2F6B90B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12776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E76B6-69C7-43DD-8D6D-9387C2D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CRITERIO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F6285-3BF7-4E3C-A2BE-88A3DB5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9182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Sólo hay interfaces donde existe una falla o sustitución real. Sin repositorios genéricos, factories ceremoniales ni dominio acoplado a NestJS.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2D328-8488-498C-8C08-98C221C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API y worker comparten Domain/Application para evitar reglas divergentes.</a:t>
            </a:r>
          </a:p>
        </p:txBody>
      </p:sp>
    </p:spTree>
    <p:extLst>
      <p:ext uri="{BB962C8B-B14F-4D97-AF65-F5344CB8AC3E}">
        <p14:creationId xmlns:p14="http://schemas.microsoft.com/office/powerpoint/2010/main" val="15252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B3934-D35B-488F-97B8-E8C62C2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30308-796E-42FE-BC9C-1EE68E7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Cada transición es auditable; cada fallo tiene un dueño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C734-7C6C-42ED-AFDE-CAC7DAF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1143000" y="2914650"/>
            <a:ext cx="904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8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BD670-C36F-4AB5-BB0B-E662998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0F74-6556-4C27-BB3E-5DD83FB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137A5-4A9C-4659-B600-8AEC496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05B45-C984-4AE9-9892-E34AC42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28925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D4AAE-0219-4450-B8C3-D4102CE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717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CA6B6-F44E-4F9B-82D0-75FF507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83E4-08D1-4793-899F-123BFD9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6E17-C9C6-45CB-A7FC-4B90885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28925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ai_enriching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EDA5-9F9F-4A0F-B381-B73B825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7177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EE89B-FE5D-4E97-8F1C-3D215C5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ai_ready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88B6-23DF-4538-AFBC-02DD8B4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43300"/>
            <a:ext cx="87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30861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13217-801E-4435-A269-11FFD9E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ai_failed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69342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91488-9EA2-409E-922A-A615AB0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BBD7D-B2EB-469E-818B-0EF669F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PERMANENTE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4F010-EA2B-4E97-9CBB-4911AB5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Input inválido o duplicado: no se reencola.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6059-93C6-4988-9518-70B34C6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AD1BB-A32E-4475-9A95-A583D2EE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57725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REINTENTABLE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25F24-FD96-474F-B749-C60D760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00625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Red, rate limit o 5xx: 3 intentos con backoff.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8C5F0-7F60-4653-801E-DC36FBA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40386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36F84-AC26-4A73-AEF6-3B5FC50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577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EVENTO ÚNICO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0FABE7-98DF-479B-83FB-A6E5B4E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Webhook at-least-once + Idempotency-Key.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B2358-041C-46E2-B022-5BE2AD3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batch completa aunque existan fallos parciales; cada transición genera BatchEvent.</a:t>
            </a:r>
          </a:p>
        </p:txBody>
      </p:sp>
    </p:spTree>
    <p:extLst>
      <p:ext uri="{BB962C8B-B14F-4D97-AF65-F5344CB8AC3E}">
        <p14:creationId xmlns:p14="http://schemas.microsoft.com/office/powerpoint/2010/main" val="6716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D01B-F87D-4F31-AD5A-0FF25D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E680-FA54-4C99-B0FE-4828E6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sólo aporta valor si está grounded y evaluada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1D08-7367-43BB-8F0C-AF41D4E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B360-5E97-4A8D-AD89-28B90D8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701-C37D-4166-BCEF-75EB7F8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CONTRATO DE SALIDA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7E1E-4FE3-43E9-909E-3A6017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286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score · rationale
ice-breaker · pain hypothesis
confidence ·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50A8-622A-4426-B173-D69228C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05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Regla: no inventar hechos ni enviar PII/secretos; toda afirmación debe citar evidencia.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186F-F09D-4638-A686-D38C45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73405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49A1-67C1-4F13-9CC4-3A94D0D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198-D950-4287-BEE5-33547B3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0C84-CD99-4DB2-A357-5C9F51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Prompt +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52C-0FBD-4D6A-8FD2-7DF41EE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Rol + evidencia + contrato Zod; sin hechos no citados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6286500" y="31432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F1E5-7AC1-4BD6-9984-E8BDA16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2BAF-CA3F-43E3-B190-B3A7FFF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Evals antes de escalar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36E0-60B9-41D3-BDEA-D240690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Golden set + feedback SDR + A/B de response rate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6286500" y="41148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16E6-4634-444E-9055-4FF7FC2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639AD-91E0-4C9D-A73F-A1E38CC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Riesgos +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D9A4-F613-4697-A894-F14D9AD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PII · alucinación · parse/rate/budget → fallback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AF217-8AD7-4B0F-8CEF-D30E93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04E-F8BA-4548-90CB-9FB00A2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Demo: 0 tokens · Live: ≈ USD 10/mes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847-8717-498D-B36A-48BDDD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10K · 2K+250 tokens · p95 · cache→small→batch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DCEB-3112-4F53-89C2-3D746EE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Fuente de pricing y capacidades: OpenAI GPT-5 mini, consultado 18 Jul 2026.</a:t>
            </a:r>
          </a:p>
        </p:txBody>
      </p:sp>
    </p:spTree>
    <p:extLst>
      <p:ext uri="{BB962C8B-B14F-4D97-AF65-F5344CB8AC3E}">
        <p14:creationId xmlns:p14="http://schemas.microsoft.com/office/powerpoint/2010/main" val="629013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A9F724-D10B-4CD4-880D-00F8050D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874A-1A1D-499A-B58C-96072F2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Priorizaría contactabilidad antes que escalar ice-breakers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62749-9C89-487E-B5A6-1F27CB9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9A85B-4A8F-4F8F-8349-9E21845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251F-4314-4A98-98F6-6BF4CCA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10E0-E241-41A8-BAF9-7B95521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278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INICIATIVA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DC26E-FB1B-4C8C-A6F7-D60FCF0C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724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MÉTRICA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614C-9294-44E6-88B8-A97F4CA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62125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ESF.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78117-B1DC-47EC-84AE-17B39C0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DECISIÓN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E0429-BA10-4018-8368-C4B4648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B4716-448D-4766-99D0-788757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FC539-9998-4A48-9A9B-CF52377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Contactabilidad mejorada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C1AD4-492E-4DCB-AFFE-D39B01B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 rate · enrolados/SDR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345C7-6FB2-4FA0-A375-0D11AA8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465E8-0E49-4108-92AF-7C635112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datos · construir orquestación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D0B9-FE09-4D4F-A031-470AAB8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9CA91-67DF-4D59-B1DC-8E13067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FAC08-C502-4A81-851F-B2FF1D6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Matching multi-fuente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15017-ABCC-4D81-A097-AE2BF59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Intentos sobre leads únicos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68E33-01DC-4FE7-9EC0-7DCBB67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FC0C8-0320-4486-A3BC-7B559E2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 identidad y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D254B-5533-409B-834B-9B6D73DD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D70F-ACE5-44EB-88D3-7F5A9DF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714ED-8426-4A22-9B9E-805EE8B2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ice-breakers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5FDD7-DDA9-4E2F-8E44-144D495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time · response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71FDD-1A13-4956-8F7C-5FAEFFF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A2E3E-6D96-4BEC-A2B4-04F3E38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LLM/search · construir evals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FC17A-A1C3-47FE-B853-A92A657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3C484-F5E4-43FA-A5DE-F4D5B3B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8B606-5DEB-413C-A7DE-3CA628F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Slack cockpit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508B27-43ED-41D4-A4E9-4354190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Time-to-first-touch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DFC57-3460-49DD-86BD-1B9F1B9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D1432-30C8-43A1-A0F0-46BF526D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Integración delgada tras validar señales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E786D-4206-41C4-9822-0C02C22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FBB28-08C2-48D4-88B5-03857C9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POSTERGAR POWER-DIALER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0FB1A-1EAF-4552-8194-A8E8392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81650"/>
            <a:ext cx="798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Esfuerzo L · dependencia de telefonía/transcripción · revisión de datos personales.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89032-4E53-49B0-BB49-AE68021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857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Hipótesis: el desperdicio principal está en baja contactabilidad, duplicados y tiempo de research.</a:t>
            </a:r>
          </a:p>
        </p:txBody>
      </p:sp>
    </p:spTree>
    <p:extLst>
      <p:ext uri="{BB962C8B-B14F-4D97-AF65-F5344CB8AC3E}">
        <p14:creationId xmlns:p14="http://schemas.microsoft.com/office/powerpoint/2010/main" val="14397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AC131-2981-410E-9809-78121F0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57886-40AB-45D5-B7BC-8138D6A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La iniciativa #1 debe demostrar lift en 4–6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9270-1B70-46CE-B63F-9606001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4D3D-6AA3-4A6B-B3B7-DB7B2A1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B2D62-4FD6-46AE-A307-BCA722A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3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2ACC-26B5-46AD-B838-B7ED4FCE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SDRs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975D-9356-4477-A976-A3EAB490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Asignación balanceada
tratamiento vs.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5EC93-532E-401D-8ECC-FF55700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A95FA-4787-4CCD-BB1F-031C6AE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+8%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EE3C-76C0-4EBF-8C36-AB9922B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ÉXITO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A8019-E8F7-47A7-BC61-C50355A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Enrolados por SDR
por semana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A50C0-B154-4B83-8F53-9FA6B88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411480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0F5F-7389-40E4-9EA0-78D18D7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≤ +2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9585A-406C-47E5-8E0A-A756A4D5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29931-349D-4320-9CC9-A8D5D87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Inválidos o rebotes
no empeoran más que esto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C3EA2-830E-45D8-979E-34EE4B6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DISEÑO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869EF-D1C5-4EAF-96D4-AFC9A19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→ randomización → 4–6 semanas → lectura causal → decisión de escalar o matar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57200" y="5448300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C5B8D-CE93-4A30-A3AA-34B4C22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Condición previa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DA149-04BB-4B17-BB9C-17C756F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885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Legal/Risk aprueba proveedor y tratamiento de datos antes del experimento.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B7E0B-B74B-46AF-A7B9-993E010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742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éxito se mide en pipeline enrolado, no en cantidad de datos comprados.</a:t>
            </a:r>
          </a:p>
        </p:txBody>
      </p:sp>
    </p:spTree>
    <p:extLst>
      <p:ext uri="{BB962C8B-B14F-4D97-AF65-F5344CB8AC3E}">
        <p14:creationId xmlns:p14="http://schemas.microsoft.com/office/powerpoint/2010/main" val="1986458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9F982-D161-4B25-905C-5DA6D90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19B0-C15B-4F08-8091-44F88DC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0C658-5504-4BF2-B815-5B6B775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Ship rápido.
Medir impacto.
Estabilizar sólo lo que mueve la métrica.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09600" y="42672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546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3B2E-7DA4-42CA-AF27-4307D5C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COMPRAR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BFD8-4730-4B79-B5B9-13A64F1B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Commodities y cobertura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E950B-A741-44B3-A58D-FB187CB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9A37-9176-456B-A086-4CFBF66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Aprendizaje del funnel, identidad y orquestación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B8EB-FC70-4925-84DC-DC0A22C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MATAR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2E1BB-D1B1-4984-93E8-F4FFAEF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Lo que no mueve enrolamientos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39B6C-502E-489A-86F8-8AB4729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case</a:t>
            </a:r>
          </a:p>
        </p:txBody>
      </p:sp>
    </p:spTree>
    <p:extLst>
      <p:ext uri="{BB962C8B-B14F-4D97-AF65-F5344CB8AC3E}">
        <p14:creationId xmlns:p14="http://schemas.microsoft.com/office/powerpoint/2010/main" val="1089944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2026-07-21T02:53:24.6960000Z</dcterms:created>
  <dcterms:modified xsi:type="dcterms:W3CDTF">2026-07-21T02:53:24.6960000Z</dcterms:modified>
</coreProperties>
</file>